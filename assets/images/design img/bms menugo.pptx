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5EE103-074C-3EC7-94AA-B6E1CA39D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952106E-F00A-F145-D726-C77E8B28D0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BD6031-3FFC-513C-C811-482264FA5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B963-0C67-4103-B674-34635003E749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2EF54B-B22B-57AF-1D45-AD0E04E97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670388-8214-EB94-EBF4-779F2EF11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50E-0621-4F95-A815-9D20BD56E3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1883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5B35DD-341E-20DB-2494-3ADB9BDA9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1A3ABB-EA69-D938-834F-4DEFB3DDC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91E77A-8194-394D-0319-7A78FDC9C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B963-0C67-4103-B674-34635003E749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2B2913-EF3C-2F44-C387-BE46EB6A4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2579B8-89E4-F45A-993B-C18A6B446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50E-0621-4F95-A815-9D20BD56E3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0792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0E36EF-76F1-381B-39BB-3C3D94A5C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D9C8EB8-9445-0B27-E177-6C7290F8E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12E350-FE81-2D8E-CD54-CFDA36E5A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B963-0C67-4103-B674-34635003E749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8BECE4-086C-010D-01AF-EB5229455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1E8DCD-52CA-70D1-7C69-01714BCF6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50E-0621-4F95-A815-9D20BD56E3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3135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A3F925-D848-DDC2-46F5-529AE5AC8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E64589-3FF0-26F1-3A72-0AB8689ADE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FC344E-809D-8AE4-6C29-D15B22EE0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2E88B17-8D4C-0C4E-0F79-D1595B588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B963-0C67-4103-B674-34635003E749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107FF8-7504-EF94-B8E9-611AB80FC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AB6C82E-B00C-DE5B-1AC6-7C537FAEB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50E-0621-4F95-A815-9D20BD56E3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8843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781A8E-4D0A-AA38-526A-E29631B4A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2FE69C8-9F3C-F4A9-9A0A-4347349A5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24498FA-270C-E21C-8F4A-9068AF9BF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2CE5539-18B5-0266-1263-B4B77789AE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D9253AC-8A51-2D5E-8557-41DDA55315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48CB888-21CA-3F6B-4E7E-8F05D4D87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B963-0C67-4103-B674-34635003E749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844B6A6-F7D2-A2A9-1C93-EAD3CFC14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6ABC4C6-6818-23E0-D228-C42FF788E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50E-0621-4F95-A815-9D20BD56E3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8656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97EA7C-A009-7098-FFA8-08F0A4AC3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F1C8987-6CF0-C20F-327D-88C6BBA00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B963-0C67-4103-B674-34635003E749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4FDBF4A-E32E-FEDC-3E1E-7FDB66C86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97101E0-5F1D-7AB6-4099-08953DF0A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50E-0621-4F95-A815-9D20BD56E3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5878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9FFA0F3-9F3D-410C-E8F0-27BE1378A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B963-0C67-4103-B674-34635003E749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B9B2E02-66A7-B0CF-3572-0D718115E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729B61-69D7-1D0D-EDE1-B241D1564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50E-0621-4F95-A815-9D20BD56E3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3814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047A85-F8E3-4C23-109F-812DDD4CE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A9DA60-445B-6C47-7A1A-4EDD24EED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595C055-C50C-89EE-A4AE-003C3B0E5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FA00AD6-2E51-2020-41B7-3AD603262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B963-0C67-4103-B674-34635003E749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9B70BB2-79C7-4FBB-80D0-7BD9E3E65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29C5692-8417-05F8-004B-026522DDA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50E-0621-4F95-A815-9D20BD56E3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4267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B0437C-60AD-7824-614D-F281AAA5B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AFED74D-744F-57D2-D051-47CB26D48B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42AAF1F-3660-C35E-8C25-8E55B20220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55B3A93-F19F-F7AB-D233-CA0C723C6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B963-0C67-4103-B674-34635003E749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A022A84-3FE9-CD1A-E9B4-50ED8CF63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D1745B3-97BB-235D-87E2-37EAF27B6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50E-0621-4F95-A815-9D20BD56E3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6120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A65D42-A313-B74E-88E3-DDAA7144C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4CBA14B-6BB1-41A1-1B46-BABE73CD19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E8BC6CE-5AA2-4021-C59D-9DB91D931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B963-0C67-4103-B674-34635003E749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52831F-34A7-0B7A-0DC8-C560283D7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B0E37C-D78A-4BD2-3857-9D47BA6A8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50E-0621-4F95-A815-9D20BD56E3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3725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FA8BD4F-DC84-6B04-0530-AC40527D37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9677C63-F122-9569-1C9A-2DA13176C7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73277E-80DD-4991-E6CD-7826EF104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B963-0C67-4103-B674-34635003E749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555052-0012-A373-9813-6D75A169C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594386-2772-E613-7075-7F2879936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50E-0621-4F95-A815-9D20BD56E3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5225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0302818-7592-5E04-2EDC-E7C4668A6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19889AC-5317-71C4-B9EC-8BDDAF68C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908CA3-B832-0BF9-02FB-BC18D94456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D4B963-0C67-4103-B674-34635003E749}" type="datetimeFigureOut">
              <a:rPr lang="fr-FR" smtClean="0"/>
              <a:t>19/06/2026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1509F5-1EEA-CE35-1F62-C68693EB0D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E8AE23-B922-36A9-D08B-454238133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12550E-0621-4F95-A815-9D20BD56E3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8732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922E76-EF83-AD74-6344-80ABAECB6E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V="1">
            <a:off x="-2181225" y="4057649"/>
            <a:ext cx="3162300" cy="276225"/>
          </a:xfrm>
        </p:spPr>
        <p:txBody>
          <a:bodyPr>
            <a:normAutofit fontScale="90000"/>
          </a:bodyPr>
          <a:lstStyle/>
          <a:p>
            <a:r>
              <a:rPr lang="en-US" dirty="0"/>
              <a:t>.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C8EA68E-30D7-4BFD-754B-52F9B05A8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352549" y="5162550"/>
            <a:ext cx="171451" cy="95250"/>
          </a:xfrm>
        </p:spPr>
        <p:txBody>
          <a:bodyPr>
            <a:normAutofit fontScale="25000" lnSpcReduction="20000"/>
          </a:bodyPr>
          <a:lstStyle/>
          <a:p>
            <a:r>
              <a:rPr lang="en-US" dirty="0"/>
              <a:t>.</a:t>
            </a:r>
            <a:endParaRPr lang="fr-FR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9F1A21B6-03EA-7D3F-D8D9-6F5F5B8F8B89}"/>
              </a:ext>
            </a:extLst>
          </p:cNvPr>
          <p:cNvSpPr/>
          <p:nvPr/>
        </p:nvSpPr>
        <p:spPr>
          <a:xfrm>
            <a:off x="662816" y="456370"/>
            <a:ext cx="10866368" cy="528761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u="sng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9002605-6D7E-6C96-2579-47B4BB88D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705" y="456370"/>
            <a:ext cx="5051564" cy="5051564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FBA6CE29-806B-97BE-0D6E-D4F5D0DE21A1}"/>
              </a:ext>
            </a:extLst>
          </p:cNvPr>
          <p:cNvSpPr txBox="1"/>
          <p:nvPr/>
        </p:nvSpPr>
        <p:spPr>
          <a:xfrm>
            <a:off x="1845779" y="998324"/>
            <a:ext cx="5866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Presentation de </a:t>
            </a:r>
            <a:r>
              <a:rPr lang="en-US" sz="3600" b="1" dirty="0" err="1">
                <a:solidFill>
                  <a:schemeClr val="bg1"/>
                </a:solidFill>
              </a:rPr>
              <a:t>MenuGO</a:t>
            </a:r>
            <a:endParaRPr lang="fr-FR" sz="3600" b="1" dirty="0">
              <a:solidFill>
                <a:schemeClr val="bg1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415970A-F032-6637-D8C3-FA04C5F5CD6F}"/>
              </a:ext>
            </a:extLst>
          </p:cNvPr>
          <p:cNvSpPr txBox="1"/>
          <p:nvPr/>
        </p:nvSpPr>
        <p:spPr>
          <a:xfrm>
            <a:off x="834888" y="1798983"/>
            <a:ext cx="750404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i="1" dirty="0" err="1">
                <a:solidFill>
                  <a:schemeClr val="bg1"/>
                </a:solidFill>
              </a:rPr>
              <a:t>MenuGo</a:t>
            </a:r>
            <a:r>
              <a:rPr lang="fr-FR" sz="3200" i="1" dirty="0">
                <a:solidFill>
                  <a:schemeClr val="bg1"/>
                </a:solidFill>
              </a:rPr>
              <a:t> est une plateforme SaaS qui permet aux restaurants de créer leur menu digital, de le partager avec un QR Code ou un Lien et de le mettre à jour en quelques secondes</a:t>
            </a:r>
          </a:p>
          <a:p>
            <a:pPr algn="ctr"/>
            <a:endParaRPr lang="fr-FR" sz="3200" i="1" dirty="0"/>
          </a:p>
        </p:txBody>
      </p:sp>
    </p:spTree>
    <p:extLst>
      <p:ext uri="{BB962C8B-B14F-4D97-AF65-F5344CB8AC3E}">
        <p14:creationId xmlns:p14="http://schemas.microsoft.com/office/powerpoint/2010/main" val="1415300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D1DEA9-F060-9A1C-DABB-61D1919C2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-1133061" y="1262269"/>
            <a:ext cx="854765" cy="576469"/>
          </a:xfrm>
        </p:spPr>
        <p:txBody>
          <a:bodyPr>
            <a:normAutofit fontScale="90000"/>
          </a:bodyPr>
          <a:lstStyle/>
          <a:p>
            <a:r>
              <a:rPr lang="en-US" dirty="0"/>
              <a:t>.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909E2E-D154-E99C-5EEC-8EE6ED7FE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35497" y="4681329"/>
            <a:ext cx="924339" cy="1495633"/>
          </a:xfrm>
        </p:spPr>
        <p:txBody>
          <a:bodyPr/>
          <a:lstStyle/>
          <a:p>
            <a:r>
              <a:rPr lang="en-US" dirty="0"/>
              <a:t>.</a:t>
            </a:r>
            <a:endParaRPr lang="fr-FR" dirty="0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3A923E18-8613-005B-50FE-15DF5EAACB92}"/>
              </a:ext>
            </a:extLst>
          </p:cNvPr>
          <p:cNvSpPr/>
          <p:nvPr/>
        </p:nvSpPr>
        <p:spPr>
          <a:xfrm>
            <a:off x="1403955" y="496954"/>
            <a:ext cx="9618541" cy="1341783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u="sng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6DAB3D4-B3D0-FEA2-549E-877F0ACA060B}"/>
              </a:ext>
            </a:extLst>
          </p:cNvPr>
          <p:cNvSpPr txBox="1"/>
          <p:nvPr/>
        </p:nvSpPr>
        <p:spPr>
          <a:xfrm>
            <a:off x="1706022" y="811828"/>
            <a:ext cx="9217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Les Problèmes concrets liés aux menus papier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A34160A-33FB-A5D5-6881-4135760483E8}"/>
              </a:ext>
            </a:extLst>
          </p:cNvPr>
          <p:cNvSpPr txBox="1"/>
          <p:nvPr/>
        </p:nvSpPr>
        <p:spPr>
          <a:xfrm>
            <a:off x="1620080" y="2045077"/>
            <a:ext cx="971052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Coût d'impression élevé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Difficulté de mise à jour des prix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Menus usés ou sales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Manque de photos attractives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Image moins moderne du restaurant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36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288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B40CFC-845C-82E5-1F2C-40B55143E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-1331844" y="365125"/>
            <a:ext cx="168965" cy="1325563"/>
          </a:xfrm>
        </p:spPr>
        <p:txBody>
          <a:bodyPr/>
          <a:lstStyle/>
          <a:p>
            <a:r>
              <a:rPr lang="en-US" dirty="0"/>
              <a:t>.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7DCEF2-6D38-3925-2842-EFB18276804F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-2276062" y="1825625"/>
            <a:ext cx="1451113" cy="4351338"/>
          </a:xfrm>
        </p:spPr>
        <p:txBody>
          <a:bodyPr/>
          <a:lstStyle/>
          <a:p>
            <a:r>
              <a:rPr lang="en-US" dirty="0"/>
              <a:t>f</a:t>
            </a:r>
            <a:endParaRPr lang="fr-FR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E05CC54-3AB7-2F9E-D779-CEC8260F7D4D}"/>
              </a:ext>
            </a:extLst>
          </p:cNvPr>
          <p:cNvSpPr/>
          <p:nvPr/>
        </p:nvSpPr>
        <p:spPr>
          <a:xfrm>
            <a:off x="662816" y="482142"/>
            <a:ext cx="10866368" cy="528761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u="sng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73E6D00-7100-6B41-D0EF-F58CBBBC83D1}"/>
              </a:ext>
            </a:extLst>
          </p:cNvPr>
          <p:cNvSpPr txBox="1"/>
          <p:nvPr/>
        </p:nvSpPr>
        <p:spPr>
          <a:xfrm>
            <a:off x="4456043" y="1099215"/>
            <a:ext cx="30413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La </a:t>
            </a:r>
            <a:r>
              <a:rPr lang="fr-FR" sz="4000" b="1" dirty="0">
                <a:solidFill>
                  <a:schemeClr val="bg1"/>
                </a:solidFill>
              </a:rPr>
              <a:t>solution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444FDA6-A1F5-D8F0-9E62-789C5905AC0C}"/>
              </a:ext>
            </a:extLst>
          </p:cNvPr>
          <p:cNvSpPr txBox="1"/>
          <p:nvPr/>
        </p:nvSpPr>
        <p:spPr>
          <a:xfrm>
            <a:off x="1747422" y="2260924"/>
            <a:ext cx="961113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Avec </a:t>
            </a:r>
            <a:r>
              <a:rPr lang="fr-FR" sz="3200" b="1" dirty="0" err="1">
                <a:solidFill>
                  <a:schemeClr val="bg1"/>
                </a:solidFill>
              </a:rPr>
              <a:t>MenuGo</a:t>
            </a:r>
            <a:r>
              <a:rPr lang="fr-FR" sz="3200" b="1" dirty="0">
                <a:solidFill>
                  <a:schemeClr val="bg1"/>
                </a:solidFill>
              </a:rPr>
              <a:t>, votre menu devient entièrement digital. En quelques clics, vous pouvez ajouter, modifier ou masquer un plat depuis votre téléphone ou votre ordinateur.</a:t>
            </a:r>
          </a:p>
          <a:p>
            <a:endParaRPr lang="fr-FR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8456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EDFEE1-0E9E-F14F-D51E-2FAFC4FE7B01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-1093304" y="1825625"/>
            <a:ext cx="566530" cy="4351338"/>
          </a:xfrm>
        </p:spPr>
        <p:txBody>
          <a:bodyPr/>
          <a:lstStyle/>
          <a:p>
            <a:r>
              <a:rPr lang="en-US" dirty="0"/>
              <a:t>.</a:t>
            </a:r>
            <a:endParaRPr lang="fr-FR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84B26E40-02CE-6011-B02A-C4A43303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3200" b="1" dirty="0"/>
              <a:t>Comment ça fonctionne</a:t>
            </a:r>
          </a:p>
        </p:txBody>
      </p:sp>
      <p:sp>
        <p:nvSpPr>
          <p:cNvPr id="5" name="Organigramme : Connecteur 4">
            <a:extLst>
              <a:ext uri="{FF2B5EF4-FFF2-40B4-BE49-F238E27FC236}">
                <a16:creationId xmlns:a16="http://schemas.microsoft.com/office/drawing/2014/main" id="{C529FF65-1588-1677-687E-D2EBD10A470D}"/>
              </a:ext>
            </a:extLst>
          </p:cNvPr>
          <p:cNvSpPr/>
          <p:nvPr/>
        </p:nvSpPr>
        <p:spPr>
          <a:xfrm>
            <a:off x="844823" y="2200896"/>
            <a:ext cx="457200" cy="457200"/>
          </a:xfrm>
          <a:prstGeom prst="flowChartConnector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fr-FR" dirty="0"/>
          </a:p>
        </p:txBody>
      </p:sp>
      <p:sp>
        <p:nvSpPr>
          <p:cNvPr id="6" name="Organigramme : Connecteur 5">
            <a:extLst>
              <a:ext uri="{FF2B5EF4-FFF2-40B4-BE49-F238E27FC236}">
                <a16:creationId xmlns:a16="http://schemas.microsoft.com/office/drawing/2014/main" id="{0E811995-77FE-83D2-0ECE-BEA4E9F5B030}"/>
              </a:ext>
            </a:extLst>
          </p:cNvPr>
          <p:cNvSpPr/>
          <p:nvPr/>
        </p:nvSpPr>
        <p:spPr>
          <a:xfrm>
            <a:off x="5343939" y="5054570"/>
            <a:ext cx="457200" cy="457200"/>
          </a:xfrm>
          <a:prstGeom prst="flowChartConnector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fr-FR" dirty="0"/>
          </a:p>
        </p:txBody>
      </p:sp>
      <p:sp>
        <p:nvSpPr>
          <p:cNvPr id="7" name="Organigramme : Connecteur 6">
            <a:extLst>
              <a:ext uri="{FF2B5EF4-FFF2-40B4-BE49-F238E27FC236}">
                <a16:creationId xmlns:a16="http://schemas.microsoft.com/office/drawing/2014/main" id="{2E91F974-DFFD-45A2-208D-0284959806AF}"/>
              </a:ext>
            </a:extLst>
          </p:cNvPr>
          <p:cNvSpPr/>
          <p:nvPr/>
        </p:nvSpPr>
        <p:spPr>
          <a:xfrm>
            <a:off x="5867400" y="3989925"/>
            <a:ext cx="457200" cy="457200"/>
          </a:xfrm>
          <a:prstGeom prst="flowChartConnector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fr-FR" dirty="0"/>
          </a:p>
        </p:txBody>
      </p:sp>
      <p:sp>
        <p:nvSpPr>
          <p:cNvPr id="8" name="Organigramme : Connecteur 7">
            <a:extLst>
              <a:ext uri="{FF2B5EF4-FFF2-40B4-BE49-F238E27FC236}">
                <a16:creationId xmlns:a16="http://schemas.microsoft.com/office/drawing/2014/main" id="{D7E58A6A-FCB3-D6A7-5788-02E69D740524}"/>
              </a:ext>
            </a:extLst>
          </p:cNvPr>
          <p:cNvSpPr/>
          <p:nvPr/>
        </p:nvSpPr>
        <p:spPr>
          <a:xfrm>
            <a:off x="838200" y="4016917"/>
            <a:ext cx="457200" cy="457200"/>
          </a:xfrm>
          <a:prstGeom prst="flowChartConnector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fr-FR" dirty="0"/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7D28C6A6-686F-6D15-4FFB-E067F4BC182C}"/>
              </a:ext>
            </a:extLst>
          </p:cNvPr>
          <p:cNvSpPr/>
          <p:nvPr/>
        </p:nvSpPr>
        <p:spPr>
          <a:xfrm>
            <a:off x="5943600" y="2242656"/>
            <a:ext cx="457200" cy="457200"/>
          </a:xfrm>
          <a:prstGeom prst="flowChartConnector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FEC0E77-9F4C-CD52-6427-23D8EB714291}"/>
              </a:ext>
            </a:extLst>
          </p:cNvPr>
          <p:cNvSpPr txBox="1"/>
          <p:nvPr/>
        </p:nvSpPr>
        <p:spPr>
          <a:xfrm>
            <a:off x="1431234" y="2286590"/>
            <a:ext cx="2852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/>
              <a:t>Vous créez votre compte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674AD09-351A-A46C-1D2A-F1552D943DC4}"/>
              </a:ext>
            </a:extLst>
          </p:cNvPr>
          <p:cNvSpPr txBox="1"/>
          <p:nvPr/>
        </p:nvSpPr>
        <p:spPr>
          <a:xfrm>
            <a:off x="1431234" y="4068775"/>
            <a:ext cx="4220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/>
              <a:t>Vous ajoutez vos catégories et vos plats.</a:t>
            </a:r>
          </a:p>
          <a:p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460DCE4-C6E7-9888-8382-B9CCA45FA694}"/>
              </a:ext>
            </a:extLst>
          </p:cNvPr>
          <p:cNvSpPr txBox="1"/>
          <p:nvPr/>
        </p:nvSpPr>
        <p:spPr>
          <a:xfrm>
            <a:off x="6470374" y="2238947"/>
            <a:ext cx="541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 err="1"/>
              <a:t>MenuGo</a:t>
            </a:r>
            <a:r>
              <a:rPr lang="fr-FR" sz="1800" dirty="0"/>
              <a:t> génère automatiquement un QR Code.</a:t>
            </a:r>
          </a:p>
          <a:p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B5C3A40-0DD5-360A-0EF1-986F68F61AB4}"/>
              </a:ext>
            </a:extLst>
          </p:cNvPr>
          <p:cNvSpPr txBox="1"/>
          <p:nvPr/>
        </p:nvSpPr>
        <p:spPr>
          <a:xfrm>
            <a:off x="6634370" y="4001294"/>
            <a:ext cx="5082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/>
              <a:t>Vous imprimez ce QR Code et le placez sur vos tables.</a:t>
            </a:r>
          </a:p>
          <a:p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EBA1C3E-69BC-1E5D-E3CB-169B00478BEF}"/>
              </a:ext>
            </a:extLst>
          </p:cNvPr>
          <p:cNvSpPr txBox="1"/>
          <p:nvPr/>
        </p:nvSpPr>
        <p:spPr>
          <a:xfrm>
            <a:off x="3026465" y="5641715"/>
            <a:ext cx="6291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/>
              <a:t>Les clients le scannent pour consulter votre menu.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1191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8C7954-550F-876A-126A-A536BEDAE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5887" y="2141537"/>
            <a:ext cx="10515600" cy="4351338"/>
          </a:xfrm>
        </p:spPr>
        <p:txBody>
          <a:bodyPr>
            <a:normAutofit/>
          </a:bodyPr>
          <a:lstStyle/>
          <a:p>
            <a:r>
              <a:rPr lang="fr-FR" sz="3200" dirty="0">
                <a:solidFill>
                  <a:schemeClr val="accent1">
                    <a:lumMod val="50000"/>
                  </a:schemeClr>
                </a:solidFill>
              </a:rPr>
              <a:t>Plus besoin de réimprimer les menus.</a:t>
            </a:r>
          </a:p>
          <a:p>
            <a:r>
              <a:rPr lang="fr-FR" sz="3200" dirty="0">
                <a:solidFill>
                  <a:schemeClr val="accent1">
                    <a:lumMod val="50000"/>
                  </a:schemeClr>
                </a:solidFill>
              </a:rPr>
              <a:t>Mise à jour instantanée des prix.</a:t>
            </a:r>
          </a:p>
          <a:p>
            <a:r>
              <a:rPr lang="fr-FR" sz="3200" dirty="0">
                <a:solidFill>
                  <a:schemeClr val="accent1">
                    <a:lumMod val="50000"/>
                  </a:schemeClr>
                </a:solidFill>
              </a:rPr>
              <a:t>Possibilité de masquer un plat en rupture de stock.</a:t>
            </a:r>
          </a:p>
          <a:p>
            <a:r>
              <a:rPr lang="fr-FR" sz="3200" dirty="0">
                <a:solidFill>
                  <a:schemeClr val="accent1">
                    <a:lumMod val="50000"/>
                  </a:schemeClr>
                </a:solidFill>
              </a:rPr>
              <a:t>QR Code généré automatiquement.</a:t>
            </a:r>
          </a:p>
          <a:p>
            <a:r>
              <a:rPr lang="fr-FR" sz="3200" dirty="0">
                <a:solidFill>
                  <a:schemeClr val="accent1">
                    <a:lumMod val="50000"/>
                  </a:schemeClr>
                </a:solidFill>
              </a:rPr>
              <a:t>Commandes envoyées directement sur WhatsApp.</a:t>
            </a:r>
          </a:p>
          <a:p>
            <a:r>
              <a:rPr lang="fr-FR" sz="3200" dirty="0">
                <a:solidFill>
                  <a:schemeClr val="accent1">
                    <a:lumMod val="50000"/>
                  </a:schemeClr>
                </a:solidFill>
              </a:rPr>
              <a:t>Image plus moderne et professionnelle du restaurant.</a:t>
            </a:r>
          </a:p>
          <a:p>
            <a:endParaRPr lang="fr-FR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4B993449-9CD7-F834-9CCC-E85903123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3600" b="1" dirty="0"/>
              <a:t>Les avantages pour le restaurateur</a:t>
            </a:r>
          </a:p>
        </p:txBody>
      </p:sp>
    </p:spTree>
    <p:extLst>
      <p:ext uri="{BB962C8B-B14F-4D97-AF65-F5344CB8AC3E}">
        <p14:creationId xmlns:p14="http://schemas.microsoft.com/office/powerpoint/2010/main" val="102832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FDC54F-4F9C-16ED-879B-33056DFAC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fr-FR" sz="4000" dirty="0">
                <a:solidFill>
                  <a:schemeClr val="accent1">
                    <a:lumMod val="50000"/>
                  </a:schemeClr>
                </a:solidFill>
              </a:rPr>
              <a:t>Avec </a:t>
            </a:r>
            <a:r>
              <a:rPr lang="fr-FR" sz="4000" dirty="0" err="1">
                <a:solidFill>
                  <a:schemeClr val="accent1">
                    <a:lumMod val="50000"/>
                  </a:schemeClr>
                </a:solidFill>
              </a:rPr>
              <a:t>MenuGo</a:t>
            </a:r>
            <a:r>
              <a:rPr lang="fr-FR" sz="4000" dirty="0">
                <a:solidFill>
                  <a:schemeClr val="accent1">
                    <a:lumMod val="50000"/>
                  </a:schemeClr>
                </a:solidFill>
              </a:rPr>
              <a:t>, vous pouvez gérer vous-même votre menu pour seulement </a:t>
            </a:r>
            <a:r>
              <a:rPr lang="fr-FR" sz="4000" b="1" dirty="0">
                <a:solidFill>
                  <a:schemeClr val="accent1">
                    <a:lumMod val="50000"/>
                  </a:schemeClr>
                </a:solidFill>
              </a:rPr>
              <a:t>3 500 FCFA par mois</a:t>
            </a:r>
            <a:r>
              <a:rPr lang="fr-FR" sz="4000" dirty="0">
                <a:solidFill>
                  <a:schemeClr val="accent1">
                    <a:lumMod val="50000"/>
                  </a:schemeClr>
                </a:solidFill>
              </a:rPr>
              <a:t>. Si vous préférez gagner du temps, nous pouvons réaliser toute l'installation pour vous pour </a:t>
            </a:r>
            <a:r>
              <a:rPr lang="fr-FR" sz="4000" b="1" dirty="0">
                <a:solidFill>
                  <a:schemeClr val="accent1">
                    <a:lumMod val="50000"/>
                  </a:schemeClr>
                </a:solidFill>
              </a:rPr>
              <a:t>10 000 FCFA</a:t>
            </a:r>
            <a:r>
              <a:rPr lang="fr-FR" sz="4000" dirty="0">
                <a:solidFill>
                  <a:schemeClr val="accent1">
                    <a:lumMod val="50000"/>
                  </a:schemeClr>
                </a:solidFill>
              </a:rPr>
              <a:t>, une seule fois.</a:t>
            </a:r>
          </a:p>
          <a:p>
            <a:endParaRPr lang="fr-FR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46B1F2F-DAD2-0D6E-4AEA-72DA78726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4000" b="1" dirty="0"/>
              <a:t>Modèle économique</a:t>
            </a:r>
          </a:p>
        </p:txBody>
      </p:sp>
    </p:spTree>
    <p:extLst>
      <p:ext uri="{BB962C8B-B14F-4D97-AF65-F5344CB8AC3E}">
        <p14:creationId xmlns:p14="http://schemas.microsoft.com/office/powerpoint/2010/main" val="344510810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243</Words>
  <Application>Microsoft Office PowerPoint</Application>
  <PresentationFormat>Grand écran</PresentationFormat>
  <Paragraphs>37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.</vt:lpstr>
      <vt:lpstr>.</vt:lpstr>
      <vt:lpstr>.</vt:lpstr>
      <vt:lpstr>Comment ça fonctionne</vt:lpstr>
      <vt:lpstr>Les avantages pour le restaurateur</vt:lpstr>
      <vt:lpstr>Modèle économique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moussa coulibaly</dc:creator>
  <cp:lastModifiedBy>moussa coulibaly</cp:lastModifiedBy>
  <cp:revision>1</cp:revision>
  <dcterms:created xsi:type="dcterms:W3CDTF">2026-06-19T20:45:52Z</dcterms:created>
  <dcterms:modified xsi:type="dcterms:W3CDTF">2026-06-19T21:24:48Z</dcterms:modified>
</cp:coreProperties>
</file>